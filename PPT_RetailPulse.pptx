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ibre Baskerville" panose="020B0604020202020204" charset="0"/>
      <p:regular r:id="rId13"/>
    </p:embeddedFont>
    <p:embeddedFont>
      <p:font typeface="DM Sans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5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18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1338646"/>
            <a:ext cx="7556421" cy="231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smtClean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Retail Pulse</a:t>
            </a: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: Customer </a:t>
            </a:r>
            <a:r>
              <a:rPr lang="en-US" sz="4450" dirty="0" smtClean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intelligence and purchase analytics</a:t>
            </a:r>
            <a:endParaRPr lang="en-US" sz="4450" dirty="0">
              <a:solidFill>
                <a:srgbClr val="5C4E3D"/>
              </a:solidFill>
              <a:latin typeface="Libre Baskerville" pitchFamily="34" charset="0"/>
              <a:ea typeface="Libre Baskerville" pitchFamily="34" charset="-122"/>
              <a:cs typeface="Libre Baskerville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281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Libre Baskerville</vt:lpstr>
      <vt:lpstr>DM Sans</vt:lpstr>
      <vt:lpstr>Libre Baskerville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lastModifiedBy>Microsoft account</cp:lastModifiedBy>
  <cp:revision>3</cp:revision>
  <dcterms:created xsi:type="dcterms:W3CDTF">2025-10-14T02:52:14Z</dcterms:created>
  <dcterms:modified xsi:type="dcterms:W3CDTF">2026-06-04T03:36:57Z</dcterms:modified>
</cp:coreProperties>
</file>